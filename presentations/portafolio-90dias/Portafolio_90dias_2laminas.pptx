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SWAT Team PGP — estructura de 6 semanas. Los que ya automatizamos nos integramos con otro equipo: las primeras 2 semanas encontramos que proyecto trabajar y les ensenamos como lo hacemos, despues lo desarrollamos juntos y pasamos al siguiente equipo. PGP es nuestro primer equipo.
Mecanica: cada integrante del SWAT tiene una dupla fija con la que trabaja todo el periodo. El equipo tiene un mentor semanal que da feedback desde fuera; ese rol rota semanalmente entre los propios integrantes del SWAT. Las tareas se trackean en un kanban board para poder ayudarnos entre nosotros, y hay una reunion semanal del equipo para contarle a los demas como vamos.
Automatic Cancellation Request y AWG Order Consolidation se estan trabajando en paralelo, ambos por Cristhofer.
On hold: PGP Ion esta delegado a Joshua pero frenado por el alto volumen de su desk — esperamos resolverlo con el SWAT team, ya que Joshua es del PGP Team; no entra en los 5 principales. ZE Display Auto-Release (OMA / Mariela, con K. Aguilar y B. Miller) necesita apoyo de COTS. Ambos dependen de otros equipos, asi que se hara follow-up a finales de agosto a solicitud de ambos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automatizaciones ya entregadas y corriendo. ZE Category Emails es el proyecto de Cristhofer: el tag de item-category rutea los correos automaticamente. La parte de Display Auto-Release, a nombre de Mariela, sigue en on hold y aparece en la lamina de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945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202375" y="21945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automations in flight · 2 on hold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185855" cy="822960"/>
          </a:xfrm>
          <a:prstGeom prst="roundRect">
            <a:avLst>
              <a:gd name="adj" fmla="val 10000"/>
            </a:avLst>
          </a:prstGeom>
          <a:solidFill>
            <a:srgbClr val="1F3A66"/>
          </a:solidFill>
          <a:ln w="19050">
            <a:solidFill>
              <a:srgbClr val="39C6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93268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 Team PGP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520440" y="969264"/>
            <a:ext cx="658368" cy="256032"/>
          </a:xfrm>
          <a:prstGeom prst="roundRect">
            <a:avLst>
              <a:gd name="adj" fmla="val 39286"/>
            </a:avLst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20440" y="9692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0" y="9326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embedded with another team — PGP goes first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1298448"/>
            <a:ext cx="2296973" cy="274320"/>
          </a:xfrm>
          <a:prstGeom prst="roundRect">
            <a:avLst>
              <a:gd name="adj" fmla="val 33333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298448"/>
            <a:ext cx="22969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to scope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2229" y="1298448"/>
            <a:ext cx="918972" cy="274320"/>
          </a:xfrm>
          <a:prstGeom prst="roundRect">
            <a:avLst>
              <a:gd name="adj" fmla="val 33333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2229" y="1298448"/>
            <a:ext cx="91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49217" y="1298448"/>
            <a:ext cx="3048610" cy="274320"/>
          </a:xfrm>
          <a:prstGeom prst="roundRect">
            <a:avLst>
              <a:gd name="adj" fmla="val 33333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49217" y="1298448"/>
            <a:ext cx="3048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weekly mentor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25842" y="1298448"/>
            <a:ext cx="1795882" cy="274320"/>
          </a:xfrm>
          <a:prstGeom prst="roundRect">
            <a:avLst>
              <a:gd name="adj" fmla="val 33333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25842" y="129844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349740" y="1298448"/>
            <a:ext cx="1670609" cy="274320"/>
          </a:xfrm>
          <a:prstGeom prst="roundRect">
            <a:avLst>
              <a:gd name="adj" fmla="val 33333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49740" y="1298448"/>
            <a:ext cx="1670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sync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" y="1792224"/>
            <a:ext cx="3557930" cy="1335024"/>
          </a:xfrm>
          <a:prstGeom prst="roundRect">
            <a:avLst>
              <a:gd name="adj" fmla="val 616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664" y="1956816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0664" y="219456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Material # Inclusion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0664" y="283464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Arroyo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316882" y="1792224"/>
            <a:ext cx="3557930" cy="1335024"/>
          </a:xfrm>
          <a:prstGeom prst="roundRect">
            <a:avLst>
              <a:gd name="adj" fmla="val 616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54626" y="1956816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54626" y="219456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554626" y="283464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Campos · D. Espinoza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130845" y="1792224"/>
            <a:ext cx="3557930" cy="1335024"/>
          </a:xfrm>
          <a:prstGeom prst="roundRect">
            <a:avLst>
              <a:gd name="adj" fmla="val 616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68589" y="1956816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88045" y="1920240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COTC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368589" y="219456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 KNIME Lead-Time Exception (LTE)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368589" y="283464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02920" y="3255264"/>
            <a:ext cx="3557930" cy="1335024"/>
          </a:xfrm>
          <a:prstGeom prst="roundRect">
            <a:avLst>
              <a:gd name="adj" fmla="val 616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0664" y="3419856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0120" y="3383280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40664" y="365760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Cancellation Request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40664" y="429768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4316882" y="3255264"/>
            <a:ext cx="3557930" cy="1335024"/>
          </a:xfrm>
          <a:prstGeom prst="roundRect">
            <a:avLst>
              <a:gd name="adj" fmla="val 616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54626" y="3419856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74082" y="3383280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554626" y="365760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 Order Consolidation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4554626" y="429768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8130845" y="3255264"/>
            <a:ext cx="3557930" cy="1335024"/>
          </a:xfrm>
          <a:prstGeom prst="roundRect">
            <a:avLst>
              <a:gd name="adj" fmla="val 616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68589" y="3419856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68589" y="365760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 Block Autoclean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502920" y="4718304"/>
            <a:ext cx="3557930" cy="1609344"/>
          </a:xfrm>
          <a:prstGeom prst="roundRect">
            <a:avLst>
              <a:gd name="adj" fmla="val 511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" y="4882896"/>
            <a:ext cx="155448" cy="155448"/>
          </a:xfrm>
          <a:prstGeom prst="ellipse">
            <a:avLst/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60120" y="4846320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DOOM / Azure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40664" y="512064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Orders Validation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740664" y="576072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740664" y="603504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4316882" y="4718304"/>
            <a:ext cx="3557930" cy="1609344"/>
          </a:xfrm>
          <a:prstGeom prst="roundRect">
            <a:avLst>
              <a:gd name="adj" fmla="val 5114"/>
            </a:avLst>
          </a:prstGeom>
          <a:solidFill>
            <a:srgbClr val="1B3157"/>
          </a:solidFill>
          <a:ln w="12700">
            <a:solidFill>
              <a:srgbClr val="FF8C7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554626" y="4882896"/>
            <a:ext cx="155448" cy="155448"/>
          </a:xfrm>
          <a:prstGeom prst="ellipse">
            <a:avLst/>
          </a:prstGeom>
          <a:solidFill>
            <a:srgbClr val="FF8C7C"/>
          </a:solidFill>
          <a:ln w="12700">
            <a:solidFill>
              <a:srgbClr val="FF8C7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74082" y="4846320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ON HOLD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4554626" y="512064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Ion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4554626" y="576072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desk volume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4554626" y="603504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(PGP Team)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8130845" y="4718304"/>
            <a:ext cx="3557930" cy="1609344"/>
          </a:xfrm>
          <a:prstGeom prst="roundRect">
            <a:avLst>
              <a:gd name="adj" fmla="val 5114"/>
            </a:avLst>
          </a:prstGeom>
          <a:solidFill>
            <a:srgbClr val="1B3157"/>
          </a:solidFill>
          <a:ln w="12700">
            <a:solidFill>
              <a:srgbClr val="FF8C7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368589" y="4882896"/>
            <a:ext cx="155448" cy="155448"/>
          </a:xfrm>
          <a:prstGeom prst="ellipse">
            <a:avLst/>
          </a:prstGeom>
          <a:solidFill>
            <a:srgbClr val="FF8C7C"/>
          </a:solidFill>
          <a:ln w="12700">
            <a:solidFill>
              <a:srgbClr val="FF8C7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588045" y="4846320"/>
            <a:ext cx="2862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ON HOLD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8368589" y="5120640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Display Auto-Release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8368589" y="576072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needed from COTS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8368589" y="6035040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(Mariela)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4739335" y="647395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r" indent="0" marL="0">
              <a:buNone/>
            </a:pPr>
            <a:r>
              <a:rPr lang="en-US" sz="13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    </a:t>
            </a:r>
            <a:pPr algn="r" indent="0" marL="0">
              <a:buNone/>
            </a:pPr>
            <a:r>
              <a:rPr lang="en-US" sz="1300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r" indent="0" marL="0">
              <a:buNone/>
            </a:pPr>
            <a:r>
              <a:rPr lang="en-US" sz="13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    </a:t>
            </a:r>
            <a:pPr algn="r" indent="0" marL="0">
              <a:buNone/>
            </a:pPr>
            <a:r>
              <a:rPr lang="en-US" sz="1300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r" indent="0" marL="0">
              <a:buNone/>
            </a:pPr>
            <a:r>
              <a:rPr lang="en-US" sz="13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 · follow-up end of Aug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502920" y="6473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945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202375" y="21945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automations live in the desk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0292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Delivered, running and already saving time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11185855" cy="804672"/>
          </a:xfrm>
          <a:prstGeom prst="roundRect">
            <a:avLst>
              <a:gd name="adj" fmla="val 1022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1911096"/>
            <a:ext cx="182880" cy="182880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60020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Category Emails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818120" y="1600200"/>
            <a:ext cx="35963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 · item-category tag auto-routes emails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2542032"/>
            <a:ext cx="11185855" cy="804672"/>
          </a:xfrm>
          <a:prstGeom prst="roundRect">
            <a:avLst>
              <a:gd name="adj" fmla="val 1022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2852928"/>
            <a:ext cx="182880" cy="182880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542032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11 Autoclean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02920" y="3483864"/>
            <a:ext cx="11185855" cy="804672"/>
          </a:xfrm>
          <a:prstGeom prst="roundRect">
            <a:avLst>
              <a:gd name="adj" fmla="val 1022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5528" y="3794760"/>
            <a:ext cx="182880" cy="182880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348386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Autopush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02920" y="4425696"/>
            <a:ext cx="11185855" cy="804672"/>
          </a:xfrm>
          <a:prstGeom prst="roundRect">
            <a:avLst>
              <a:gd name="adj" fmla="val 1022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" y="4736592"/>
            <a:ext cx="182880" cy="182880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442569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 Appointment Automation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502920" y="5367528"/>
            <a:ext cx="11185855" cy="804672"/>
          </a:xfrm>
          <a:prstGeom prst="roundRect">
            <a:avLst>
              <a:gd name="adj" fmla="val 1022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5528" y="5678424"/>
            <a:ext cx="182880" cy="182880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5367528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 Ship-With Automation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87975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90 days plan - Portafolio</dc:title>
  <dc:subject>PptxGenJS Presentation</dc:subject>
  <dc:creator>C-OTC Order Management</dc:creator>
  <cp:lastModifiedBy>C-OTC Order Management</cp:lastModifiedBy>
  <cp:revision>1</cp:revision>
  <dcterms:created xsi:type="dcterms:W3CDTF">2026-08-07T17:35:22Z</dcterms:created>
  <dcterms:modified xsi:type="dcterms:W3CDTF">2026-08-07T17:35:22Z</dcterms:modified>
</cp:coreProperties>
</file>